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F2C0F-7048-35DE-EC23-BCF8946389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Proyecto integrador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886F5F-5E99-06DD-4A2B-FE24558CB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/>
              <a:t>“El Impacto de las nuevas tecnologías en la sociedad: visualización del futuro”</a:t>
            </a:r>
          </a:p>
          <a:p>
            <a:r>
              <a:rPr lang="es-EC" dirty="0"/>
              <a:t>Autor: Erick Steven Loor Torres.</a:t>
            </a:r>
          </a:p>
        </p:txBody>
      </p:sp>
    </p:spTree>
    <p:extLst>
      <p:ext uri="{BB962C8B-B14F-4D97-AF65-F5344CB8AC3E}">
        <p14:creationId xmlns:p14="http://schemas.microsoft.com/office/powerpoint/2010/main" val="126606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E2AB2-B3AF-0470-A6BF-B8A1A91E6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4EFBBA-979B-C0FF-C32D-D785D3DE6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C" dirty="0"/>
              <a:t>Las nuevas tecnologías han transformado completamente la industria, la educación, la medicina y la manera en que vivimos.</a:t>
            </a:r>
          </a:p>
          <a:p>
            <a:pPr marL="0" indent="0">
              <a:buNone/>
            </a:pPr>
            <a:r>
              <a:rPr lang="es-EC" dirty="0"/>
              <a:t>Este proyecto integra los conocimientos de las cuatro unidades para desarrollar un software aplicando programación funcional y lógica estructurada.</a:t>
            </a:r>
          </a:p>
          <a:p>
            <a:pPr marL="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4300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83161-397A-A618-0A6F-601B393C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Objetivo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D4A43-F68F-80F5-372B-DC85D90DB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Analizar el impacto de las tecnologías modernas.</a:t>
            </a:r>
          </a:p>
          <a:p>
            <a:r>
              <a:rPr lang="es-EC" dirty="0"/>
              <a:t>Aplicar conceptos de programación funcional mediante un software práctico.</a:t>
            </a:r>
          </a:p>
          <a:p>
            <a:r>
              <a:rPr lang="es-EC" dirty="0"/>
              <a:t>Representar gráficamente el proceso del desarrollo del sistema.</a:t>
            </a:r>
          </a:p>
          <a:p>
            <a:r>
              <a:rPr lang="es-EC" dirty="0"/>
              <a:t>Desarrollar un producto final totalmente funcional.</a:t>
            </a:r>
          </a:p>
        </p:txBody>
      </p:sp>
    </p:spTree>
    <p:extLst>
      <p:ext uri="{BB962C8B-B14F-4D97-AF65-F5344CB8AC3E}">
        <p14:creationId xmlns:p14="http://schemas.microsoft.com/office/powerpoint/2010/main" val="201883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6357E-234C-DE62-D057-E224E692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Software Desarrollado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40962E-6995-9A7F-33F5-512E58BF9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C" b="1" dirty="0"/>
              <a:t>Juego del ahorcado en Python.</a:t>
            </a:r>
          </a:p>
          <a:p>
            <a:pPr marL="0" indent="0">
              <a:buNone/>
            </a:pPr>
            <a:r>
              <a:rPr lang="es-EC" dirty="0"/>
              <a:t>Características:</a:t>
            </a:r>
          </a:p>
          <a:p>
            <a:r>
              <a:rPr lang="es-EC" dirty="0"/>
              <a:t>Selección aleatoria de palabras.</a:t>
            </a:r>
          </a:p>
          <a:p>
            <a:r>
              <a:rPr lang="es-EC" dirty="0"/>
              <a:t>Validación de entradas.</a:t>
            </a:r>
          </a:p>
          <a:p>
            <a:r>
              <a:rPr lang="es-EC" dirty="0"/>
              <a:t>Dificultad configurable.</a:t>
            </a:r>
          </a:p>
          <a:p>
            <a:r>
              <a:rPr lang="es-EC" dirty="0"/>
              <a:t>Resumen de partidas.</a:t>
            </a:r>
          </a:p>
          <a:p>
            <a:r>
              <a:rPr lang="es-EC" dirty="0"/>
              <a:t>Código totalmente modular.</a:t>
            </a:r>
          </a:p>
        </p:txBody>
      </p:sp>
    </p:spTree>
    <p:extLst>
      <p:ext uri="{BB962C8B-B14F-4D97-AF65-F5344CB8AC3E}">
        <p14:creationId xmlns:p14="http://schemas.microsoft.com/office/powerpoint/2010/main" val="394261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CFBB-22BF-3195-CF81-C442FF9C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Arquitectura del 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094900-86D4-94CE-7092-B79387C7C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Entrada - Lectura de usuario.</a:t>
            </a:r>
          </a:p>
          <a:p>
            <a:r>
              <a:rPr lang="es-EC" dirty="0"/>
              <a:t>Procesamiento – Validación, Lógica del juego.</a:t>
            </a:r>
          </a:p>
          <a:p>
            <a:r>
              <a:rPr lang="es-EC" dirty="0"/>
              <a:t>Estructuras de control.</a:t>
            </a:r>
          </a:p>
          <a:p>
            <a:r>
              <a:rPr lang="es-EC" dirty="0"/>
              <a:t>Funciones puras.</a:t>
            </a:r>
          </a:p>
          <a:p>
            <a:r>
              <a:rPr lang="es-EC" dirty="0"/>
              <a:t>Manejo de errores.</a:t>
            </a:r>
          </a:p>
          <a:p>
            <a:r>
              <a:rPr lang="es-EC" dirty="0"/>
              <a:t>Salida – Resultados y resumen. </a:t>
            </a:r>
          </a:p>
        </p:txBody>
      </p:sp>
    </p:spTree>
    <p:extLst>
      <p:ext uri="{BB962C8B-B14F-4D97-AF65-F5344CB8AC3E}">
        <p14:creationId xmlns:p14="http://schemas.microsoft.com/office/powerpoint/2010/main" val="1837129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09CFB-5F67-8B76-61E8-D9A74B96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927D90-E351-B191-79F7-CD1DF956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C" dirty="0"/>
              <a:t>El software cumple con:</a:t>
            </a:r>
          </a:p>
          <a:p>
            <a:r>
              <a:rPr lang="es-EC" dirty="0"/>
              <a:t>Integración de 4 unidades.</a:t>
            </a:r>
          </a:p>
          <a:p>
            <a:r>
              <a:rPr lang="es-EC" dirty="0"/>
              <a:t>Aplicación de programación funcional.</a:t>
            </a:r>
          </a:p>
          <a:p>
            <a:r>
              <a:rPr lang="es-EC" dirty="0"/>
              <a:t>Pruebas completas.</a:t>
            </a:r>
          </a:p>
          <a:p>
            <a:r>
              <a:rPr lang="es-EC" dirty="0"/>
              <a:t>Estructura clara.</a:t>
            </a:r>
          </a:p>
        </p:txBody>
      </p:sp>
    </p:spTree>
    <p:extLst>
      <p:ext uri="{BB962C8B-B14F-4D97-AF65-F5344CB8AC3E}">
        <p14:creationId xmlns:p14="http://schemas.microsoft.com/office/powerpoint/2010/main" val="533171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B7C37-9617-D2E8-5EA7-C27B265F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dirty="0"/>
              <a:t>Implicaciones y Limitaciones</a:t>
            </a:r>
            <a:br>
              <a:rPr lang="es-EC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458299-09F8-5D84-A702-071B90F4D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C" b="1" dirty="0"/>
              <a:t>Implicaciones:</a:t>
            </a:r>
            <a:endParaRPr lang="es-EC" dirty="0"/>
          </a:p>
          <a:p>
            <a:r>
              <a:rPr lang="es-EC" dirty="0"/>
              <a:t>Introduce lógica computacional accesible.</a:t>
            </a:r>
          </a:p>
          <a:p>
            <a:r>
              <a:rPr lang="es-EC" dirty="0"/>
              <a:t>Facilita el aprendizaje estructurado.</a:t>
            </a:r>
          </a:p>
          <a:p>
            <a:r>
              <a:rPr lang="es-EC" dirty="0"/>
              <a:t>Demuestra funcionamiento real de la programación.</a:t>
            </a:r>
          </a:p>
          <a:p>
            <a:pPr marL="0" indent="0">
              <a:buNone/>
            </a:pPr>
            <a:r>
              <a:rPr lang="es-EC" b="1" dirty="0"/>
              <a:t>Limitaciones:</a:t>
            </a:r>
            <a:endParaRPr lang="es-EC" dirty="0"/>
          </a:p>
          <a:p>
            <a:r>
              <a:rPr lang="es-EC" dirty="0"/>
              <a:t>No posee interfaz gráfica.</a:t>
            </a:r>
          </a:p>
          <a:p>
            <a:r>
              <a:rPr lang="es-EC" dirty="0"/>
              <a:t>Depende del archivo de palabras para mayor contenido.</a:t>
            </a:r>
          </a:p>
        </p:txBody>
      </p:sp>
    </p:spTree>
    <p:extLst>
      <p:ext uri="{BB962C8B-B14F-4D97-AF65-F5344CB8AC3E}">
        <p14:creationId xmlns:p14="http://schemas.microsoft.com/office/powerpoint/2010/main" val="343950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D8FBE-8D40-EE21-AEC3-140AF13F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4C46D3-8885-D60C-0C15-931E0AE7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El proyecto demuestra cómo las nuevas tecnologías impulsan el pensamiento computacional, la organización lógica y la capacidad de resolver problemas mediante software funcional.</a:t>
            </a:r>
          </a:p>
        </p:txBody>
      </p:sp>
    </p:spTree>
    <p:extLst>
      <p:ext uri="{BB962C8B-B14F-4D97-AF65-F5344CB8AC3E}">
        <p14:creationId xmlns:p14="http://schemas.microsoft.com/office/powerpoint/2010/main" val="430175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</TotalTime>
  <Words>254</Words>
  <Application>Microsoft Office PowerPoint</Application>
  <PresentationFormat>Panorámica</PresentationFormat>
  <Paragraphs>42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Orgánico</vt:lpstr>
      <vt:lpstr>Proyecto integrador</vt:lpstr>
      <vt:lpstr>Introducción </vt:lpstr>
      <vt:lpstr>Objetivo del Proyecto</vt:lpstr>
      <vt:lpstr>Software Desarrollado</vt:lpstr>
      <vt:lpstr>Arquitectura del Software</vt:lpstr>
      <vt:lpstr>Resultados</vt:lpstr>
      <vt:lpstr>Implicaciones y Limitaciones 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NIURKA SALOME YANEZ PAREDES</dc:creator>
  <cp:lastModifiedBy>NIURKA SALOME YANEZ PAREDES</cp:lastModifiedBy>
  <cp:revision>1</cp:revision>
  <dcterms:created xsi:type="dcterms:W3CDTF">2025-12-12T05:08:53Z</dcterms:created>
  <dcterms:modified xsi:type="dcterms:W3CDTF">2025-12-12T06:00:00Z</dcterms:modified>
</cp:coreProperties>
</file>